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909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3205" y="1759205"/>
            <a:ext cx="10363200" cy="1306819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7C365D-A613-CA89-FE91-13F18E7BB7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96" y="63879"/>
            <a:ext cx="1193342" cy="12811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06080F-5016-36E3-C211-913597F396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40871" y="0"/>
            <a:ext cx="1247933" cy="12771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B23912-006E-3DAB-751D-6D7DBFD6FF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111" y="16439087"/>
            <a:ext cx="1530249" cy="12032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E05EC0-1661-A99E-3893-97126B4D59EC}"/>
              </a:ext>
            </a:extLst>
          </p:cNvPr>
          <p:cNvSpPr txBox="1"/>
          <p:nvPr userDrawn="1"/>
        </p:nvSpPr>
        <p:spPr>
          <a:xfrm>
            <a:off x="1233333" y="132597"/>
            <a:ext cx="9725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C3399"/>
                </a:solidFill>
                <a:latin typeface="Bookman Old Style" panose="02050604050505020204" pitchFamily="18" charset="0"/>
              </a:rPr>
              <a:t>12th IEEE Uttar Pradesh Section International Conference on Electrical, Electronics and Computer Engineering </a:t>
            </a:r>
          </a:p>
          <a:p>
            <a:pPr algn="ctr"/>
            <a:r>
              <a:rPr lang="en-US" sz="2400" b="1" dirty="0">
                <a:solidFill>
                  <a:srgbClr val="CC3399"/>
                </a:solidFill>
                <a:latin typeface="Bookman Old Style" panose="02050604050505020204" pitchFamily="18" charset="0"/>
              </a:rPr>
              <a:t>(UPCON-2025)</a:t>
            </a:r>
            <a:endParaRPr lang="en-IN" sz="2400" b="1" dirty="0">
              <a:solidFill>
                <a:srgbClr val="CC3399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FC6675-943C-0136-E884-2F5EA470F39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90155" y="16496789"/>
            <a:ext cx="3170790" cy="12334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B48242-AAA4-B748-A105-934656CC088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115" y="16508135"/>
            <a:ext cx="1886167" cy="1293771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322962-DEDA-7D16-E598-18A03B1AED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4392" y="16496788"/>
            <a:ext cx="1246071" cy="1371277"/>
          </a:xfrm>
          <a:prstGeom prst="rect">
            <a:avLst/>
          </a:prstGeom>
          <a:noFill/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724FA1-116E-5603-C827-32F6061A0D1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463" y="16429856"/>
            <a:ext cx="1888422" cy="1333037"/>
          </a:xfrm>
          <a:prstGeom prst="rect">
            <a:avLst/>
          </a:prstGeom>
          <a:noFill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F4309A-98FB-AF65-5A25-91E6586B7F2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478875" y="16551482"/>
            <a:ext cx="1638896" cy="10908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EAFBD61-2249-957B-D23D-5B176DBE6ADE}"/>
              </a:ext>
            </a:extLst>
          </p:cNvPr>
          <p:cNvSpPr txBox="1"/>
          <p:nvPr userDrawn="1"/>
        </p:nvSpPr>
        <p:spPr>
          <a:xfrm>
            <a:off x="197611" y="1318599"/>
            <a:ext cx="11994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Bookman Old Style" panose="02050604050505020204" pitchFamily="18" charset="0"/>
              </a:rPr>
              <a:t>13-15 December 2025, Department of Electrical Engineering, Indian Institute of Technology (BHU), Varanasi</a:t>
            </a:r>
            <a:endParaRPr lang="en-IN" sz="1600" b="1" dirty="0">
              <a:latin typeface="Bookman Old Style" panose="020506040505050202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7EE2698-2A3F-1478-FB7E-C4CCC595CE53}"/>
              </a:ext>
            </a:extLst>
          </p:cNvPr>
          <p:cNvCxnSpPr>
            <a:cxnSpLocks/>
          </p:cNvCxnSpPr>
          <p:nvPr userDrawn="1"/>
        </p:nvCxnSpPr>
        <p:spPr>
          <a:xfrm flipV="1">
            <a:off x="-1" y="3291769"/>
            <a:ext cx="12192000" cy="32691"/>
          </a:xfrm>
          <a:prstGeom prst="line">
            <a:avLst/>
          </a:prstGeom>
          <a:ln w="38100">
            <a:solidFill>
              <a:srgbClr val="CC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909236E-EB40-A601-88AA-AFE2BB64D55D}"/>
              </a:ext>
            </a:extLst>
          </p:cNvPr>
          <p:cNvCxnSpPr>
            <a:cxnSpLocks/>
          </p:cNvCxnSpPr>
          <p:nvPr userDrawn="1"/>
        </p:nvCxnSpPr>
        <p:spPr>
          <a:xfrm flipV="1">
            <a:off x="-1" y="16300300"/>
            <a:ext cx="12192000" cy="32691"/>
          </a:xfrm>
          <a:prstGeom prst="line">
            <a:avLst/>
          </a:prstGeom>
          <a:ln w="38100">
            <a:solidFill>
              <a:srgbClr val="CC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720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487671"/>
            <a:ext cx="10515600" cy="7487774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2046282"/>
            <a:ext cx="10515600" cy="393764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99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791843"/>
            <a:ext cx="5181600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791843"/>
            <a:ext cx="5181600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701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58373"/>
            <a:ext cx="10515600" cy="34792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4412664"/>
            <a:ext cx="5157787" cy="2162578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6575242"/>
            <a:ext cx="5157787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4412664"/>
            <a:ext cx="5183188" cy="2162578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6575242"/>
            <a:ext cx="5183188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963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629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308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200044"/>
            <a:ext cx="3932237" cy="420015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591766"/>
            <a:ext cx="6172200" cy="1279213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400199"/>
            <a:ext cx="3932237" cy="1000453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075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200044"/>
            <a:ext cx="3932237" cy="420015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591766"/>
            <a:ext cx="6172200" cy="12792138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400199"/>
            <a:ext cx="3932237" cy="1000453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463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595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958369"/>
            <a:ext cx="2628900" cy="152547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958369"/>
            <a:ext cx="7734300" cy="152547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953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58373"/>
            <a:ext cx="10515600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791843"/>
            <a:ext cx="10515600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6683952"/>
            <a:ext cx="2743200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6683952"/>
            <a:ext cx="4114800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6683952"/>
            <a:ext cx="2743200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617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CE15-DDFD-9122-3A58-0A7ACAE7F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9453" y="1788254"/>
            <a:ext cx="7513093" cy="1334565"/>
          </a:xfrm>
        </p:spPr>
        <p:txBody>
          <a:bodyPr>
            <a:normAutofit/>
          </a:bodyPr>
          <a:lstStyle/>
          <a:p>
            <a:r>
              <a:rPr lang="en-US" dirty="0"/>
              <a:t>Paper Title</a:t>
            </a:r>
            <a:br>
              <a:rPr lang="en-US" dirty="0"/>
            </a:br>
            <a:r>
              <a:rPr lang="en-US" sz="2800" dirty="0"/>
              <a:t>Author details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B6D15-3ED9-8650-D477-96BA5C9C98F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-5904442" y="10571536"/>
            <a:ext cx="24000883" cy="4345992"/>
          </a:xfrm>
        </p:spPr>
        <p:txBody>
          <a:bodyPr/>
          <a:lstStyle/>
          <a:p>
            <a:r>
              <a:rPr lang="en-US" b="1" dirty="0"/>
              <a:t>Author details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05D874-55D1-26D8-A043-9AB11B433C15}"/>
              </a:ext>
            </a:extLst>
          </p:cNvPr>
          <p:cNvSpPr txBox="1"/>
          <p:nvPr/>
        </p:nvSpPr>
        <p:spPr>
          <a:xfrm>
            <a:off x="3872487" y="1694663"/>
            <a:ext cx="4332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Paper ID: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293431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</TotalTime>
  <Words>10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Bookman Old Style</vt:lpstr>
      <vt:lpstr>Calibri</vt:lpstr>
      <vt:lpstr>Calibri Light</vt:lpstr>
      <vt:lpstr>Office Theme</vt:lpstr>
      <vt:lpstr>Paper Title Author details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Subho Paul</dc:creator>
  <cp:lastModifiedBy>Subho Paul</cp:lastModifiedBy>
  <cp:revision>2</cp:revision>
  <dcterms:created xsi:type="dcterms:W3CDTF">2025-11-13T10:15:46Z</dcterms:created>
  <dcterms:modified xsi:type="dcterms:W3CDTF">2025-11-13T10:41:51Z</dcterms:modified>
</cp:coreProperties>
</file>