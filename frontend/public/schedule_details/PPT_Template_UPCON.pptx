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32000825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0" d="100"/>
          <a:sy n="30" d="100"/>
        </p:scale>
        <p:origin x="59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103" y="2945943"/>
            <a:ext cx="24000619" cy="6266897"/>
          </a:xfrm>
        </p:spPr>
        <p:txBody>
          <a:bodyPr anchor="b"/>
          <a:lstStyle>
            <a:lvl1pPr algn="ctr">
              <a:defRPr sz="157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103" y="9454516"/>
            <a:ext cx="24000619" cy="4345992"/>
          </a:xfrm>
        </p:spPr>
        <p:txBody>
          <a:bodyPr/>
          <a:lstStyle>
            <a:lvl1pPr marL="0" indent="0" algn="ctr">
              <a:buNone/>
              <a:defRPr sz="6299"/>
            </a:lvl1pPr>
            <a:lvl2pPr marL="1200013" indent="0" algn="ctr">
              <a:buNone/>
              <a:defRPr sz="5249"/>
            </a:lvl2pPr>
            <a:lvl3pPr marL="2400026" indent="0" algn="ctr">
              <a:buNone/>
              <a:defRPr sz="4724"/>
            </a:lvl3pPr>
            <a:lvl4pPr marL="3600039" indent="0" algn="ctr">
              <a:buNone/>
              <a:defRPr sz="4200"/>
            </a:lvl4pPr>
            <a:lvl5pPr marL="4800051" indent="0" algn="ctr">
              <a:buNone/>
              <a:defRPr sz="4200"/>
            </a:lvl5pPr>
            <a:lvl6pPr marL="6000064" indent="0" algn="ctr">
              <a:buNone/>
              <a:defRPr sz="4200"/>
            </a:lvl6pPr>
            <a:lvl7pPr marL="7200077" indent="0" algn="ctr">
              <a:buNone/>
              <a:defRPr sz="4200"/>
            </a:lvl7pPr>
            <a:lvl8pPr marL="8400090" indent="0" algn="ctr">
              <a:buNone/>
              <a:defRPr sz="4200"/>
            </a:lvl8pPr>
            <a:lvl9pPr marL="9600103" indent="0" algn="ctr">
              <a:buNone/>
              <a:defRPr sz="4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693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750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3389" y="4487668"/>
            <a:ext cx="27600712" cy="7487774"/>
          </a:xfrm>
        </p:spPr>
        <p:txBody>
          <a:bodyPr anchor="b"/>
          <a:lstStyle>
            <a:lvl1pPr>
              <a:defRPr sz="157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83389" y="12046280"/>
            <a:ext cx="27600712" cy="3937644"/>
          </a:xfrm>
        </p:spPr>
        <p:txBody>
          <a:bodyPr/>
          <a:lstStyle>
            <a:lvl1pPr marL="0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1pPr>
            <a:lvl2pPr marL="1200013" indent="0">
              <a:buNone/>
              <a:defRPr sz="5249">
                <a:solidFill>
                  <a:schemeClr val="tx1">
                    <a:tint val="75000"/>
                  </a:schemeClr>
                </a:solidFill>
              </a:defRPr>
            </a:lvl2pPr>
            <a:lvl3pPr marL="2400026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3pPr>
            <a:lvl4pPr marL="360003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4pPr>
            <a:lvl5pPr marL="4800051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5pPr>
            <a:lvl6pPr marL="6000064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6pPr>
            <a:lvl7pPr marL="7200077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7pPr>
            <a:lvl8pPr marL="8400090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8pPr>
            <a:lvl9pPr marL="9600103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58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00057" y="4791843"/>
            <a:ext cx="13600351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0417" y="4791843"/>
            <a:ext cx="13600351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62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225" y="958370"/>
            <a:ext cx="27600712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226" y="4412664"/>
            <a:ext cx="13537848" cy="2162578"/>
          </a:xfrm>
        </p:spPr>
        <p:txBody>
          <a:bodyPr anchor="b"/>
          <a:lstStyle>
            <a:lvl1pPr marL="0" indent="0">
              <a:buNone/>
              <a:defRPr sz="6299" b="1"/>
            </a:lvl1pPr>
            <a:lvl2pPr marL="1200013" indent="0">
              <a:buNone/>
              <a:defRPr sz="5249" b="1"/>
            </a:lvl2pPr>
            <a:lvl3pPr marL="2400026" indent="0">
              <a:buNone/>
              <a:defRPr sz="4724" b="1"/>
            </a:lvl3pPr>
            <a:lvl4pPr marL="3600039" indent="0">
              <a:buNone/>
              <a:defRPr sz="4200" b="1"/>
            </a:lvl4pPr>
            <a:lvl5pPr marL="4800051" indent="0">
              <a:buNone/>
              <a:defRPr sz="4200" b="1"/>
            </a:lvl5pPr>
            <a:lvl6pPr marL="6000064" indent="0">
              <a:buNone/>
              <a:defRPr sz="4200" b="1"/>
            </a:lvl6pPr>
            <a:lvl7pPr marL="7200077" indent="0">
              <a:buNone/>
              <a:defRPr sz="4200" b="1"/>
            </a:lvl7pPr>
            <a:lvl8pPr marL="8400090" indent="0">
              <a:buNone/>
              <a:defRPr sz="4200" b="1"/>
            </a:lvl8pPr>
            <a:lvl9pPr marL="9600103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4226" y="6575242"/>
            <a:ext cx="13537848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200418" y="4412664"/>
            <a:ext cx="13604519" cy="2162578"/>
          </a:xfrm>
        </p:spPr>
        <p:txBody>
          <a:bodyPr anchor="b"/>
          <a:lstStyle>
            <a:lvl1pPr marL="0" indent="0">
              <a:buNone/>
              <a:defRPr sz="6299" b="1"/>
            </a:lvl1pPr>
            <a:lvl2pPr marL="1200013" indent="0">
              <a:buNone/>
              <a:defRPr sz="5249" b="1"/>
            </a:lvl2pPr>
            <a:lvl3pPr marL="2400026" indent="0">
              <a:buNone/>
              <a:defRPr sz="4724" b="1"/>
            </a:lvl3pPr>
            <a:lvl4pPr marL="3600039" indent="0">
              <a:buNone/>
              <a:defRPr sz="4200" b="1"/>
            </a:lvl4pPr>
            <a:lvl5pPr marL="4800051" indent="0">
              <a:buNone/>
              <a:defRPr sz="4200" b="1"/>
            </a:lvl5pPr>
            <a:lvl6pPr marL="6000064" indent="0">
              <a:buNone/>
              <a:defRPr sz="4200" b="1"/>
            </a:lvl6pPr>
            <a:lvl7pPr marL="7200077" indent="0">
              <a:buNone/>
              <a:defRPr sz="4200" b="1"/>
            </a:lvl7pPr>
            <a:lvl8pPr marL="8400090" indent="0">
              <a:buNone/>
              <a:defRPr sz="4200" b="1"/>
            </a:lvl8pPr>
            <a:lvl9pPr marL="9600103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200418" y="6575242"/>
            <a:ext cx="13604519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800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32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4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226" y="1200044"/>
            <a:ext cx="10321098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04519" y="2591763"/>
            <a:ext cx="16200418" cy="12792138"/>
          </a:xfrm>
        </p:spPr>
        <p:txBody>
          <a:bodyPr/>
          <a:lstStyle>
            <a:lvl1pPr>
              <a:defRPr sz="8399"/>
            </a:lvl1pPr>
            <a:lvl2pPr>
              <a:defRPr sz="7349"/>
            </a:lvl2pPr>
            <a:lvl3pPr>
              <a:defRPr sz="6299"/>
            </a:lvl3pPr>
            <a:lvl4pPr>
              <a:defRPr sz="5249"/>
            </a:lvl4pPr>
            <a:lvl5pPr>
              <a:defRPr sz="5249"/>
            </a:lvl5pPr>
            <a:lvl6pPr>
              <a:defRPr sz="5249"/>
            </a:lvl6pPr>
            <a:lvl7pPr>
              <a:defRPr sz="5249"/>
            </a:lvl7pPr>
            <a:lvl8pPr>
              <a:defRPr sz="5249"/>
            </a:lvl8pPr>
            <a:lvl9pPr>
              <a:defRPr sz="52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226" y="5400199"/>
            <a:ext cx="10321098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13" indent="0">
              <a:buNone/>
              <a:defRPr sz="3675"/>
            </a:lvl2pPr>
            <a:lvl3pPr marL="2400026" indent="0">
              <a:buNone/>
              <a:defRPr sz="3150"/>
            </a:lvl3pPr>
            <a:lvl4pPr marL="3600039" indent="0">
              <a:buNone/>
              <a:defRPr sz="2625"/>
            </a:lvl4pPr>
            <a:lvl5pPr marL="4800051" indent="0">
              <a:buNone/>
              <a:defRPr sz="2625"/>
            </a:lvl5pPr>
            <a:lvl6pPr marL="6000064" indent="0">
              <a:buNone/>
              <a:defRPr sz="2625"/>
            </a:lvl6pPr>
            <a:lvl7pPr marL="7200077" indent="0">
              <a:buNone/>
              <a:defRPr sz="2625"/>
            </a:lvl7pPr>
            <a:lvl8pPr marL="8400090" indent="0">
              <a:buNone/>
              <a:defRPr sz="2625"/>
            </a:lvl8pPr>
            <a:lvl9pPr marL="9600103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29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4226" y="1200044"/>
            <a:ext cx="10321098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604519" y="2591763"/>
            <a:ext cx="16200418" cy="12792138"/>
          </a:xfrm>
        </p:spPr>
        <p:txBody>
          <a:bodyPr anchor="t"/>
          <a:lstStyle>
            <a:lvl1pPr marL="0" indent="0">
              <a:buNone/>
              <a:defRPr sz="8399"/>
            </a:lvl1pPr>
            <a:lvl2pPr marL="1200013" indent="0">
              <a:buNone/>
              <a:defRPr sz="7349"/>
            </a:lvl2pPr>
            <a:lvl3pPr marL="2400026" indent="0">
              <a:buNone/>
              <a:defRPr sz="6299"/>
            </a:lvl3pPr>
            <a:lvl4pPr marL="3600039" indent="0">
              <a:buNone/>
              <a:defRPr sz="5249"/>
            </a:lvl4pPr>
            <a:lvl5pPr marL="4800051" indent="0">
              <a:buNone/>
              <a:defRPr sz="5249"/>
            </a:lvl5pPr>
            <a:lvl6pPr marL="6000064" indent="0">
              <a:buNone/>
              <a:defRPr sz="5249"/>
            </a:lvl6pPr>
            <a:lvl7pPr marL="7200077" indent="0">
              <a:buNone/>
              <a:defRPr sz="5249"/>
            </a:lvl7pPr>
            <a:lvl8pPr marL="8400090" indent="0">
              <a:buNone/>
              <a:defRPr sz="5249"/>
            </a:lvl8pPr>
            <a:lvl9pPr marL="9600103" indent="0">
              <a:buNone/>
              <a:defRPr sz="52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4226" y="5400199"/>
            <a:ext cx="10321098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13" indent="0">
              <a:buNone/>
              <a:defRPr sz="3675"/>
            </a:lvl2pPr>
            <a:lvl3pPr marL="2400026" indent="0">
              <a:buNone/>
              <a:defRPr sz="3150"/>
            </a:lvl3pPr>
            <a:lvl4pPr marL="3600039" indent="0">
              <a:buNone/>
              <a:defRPr sz="2625"/>
            </a:lvl4pPr>
            <a:lvl5pPr marL="4800051" indent="0">
              <a:buNone/>
              <a:defRPr sz="2625"/>
            </a:lvl5pPr>
            <a:lvl6pPr marL="6000064" indent="0">
              <a:buNone/>
              <a:defRPr sz="2625"/>
            </a:lvl6pPr>
            <a:lvl7pPr marL="7200077" indent="0">
              <a:buNone/>
              <a:defRPr sz="2625"/>
            </a:lvl7pPr>
            <a:lvl8pPr marL="8400090" indent="0">
              <a:buNone/>
              <a:defRPr sz="2625"/>
            </a:lvl8pPr>
            <a:lvl9pPr marL="9600103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73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87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900590" y="958369"/>
            <a:ext cx="6900178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00057" y="958369"/>
            <a:ext cx="20300523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655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C365D-A613-CA89-FE91-13F18E7BB7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8642" y="96569"/>
            <a:ext cx="3357720" cy="33530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06080F-5016-36E3-C211-913597F396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454465" y="0"/>
            <a:ext cx="3275499" cy="32405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B23912-006E-3DAB-751D-6D7DBFD6FF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4523" y="15801474"/>
            <a:ext cx="4016505" cy="18408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E05EC0-1661-A99E-3893-97126B4D59EC}"/>
              </a:ext>
            </a:extLst>
          </p:cNvPr>
          <p:cNvSpPr txBox="1"/>
          <p:nvPr userDrawn="1"/>
        </p:nvSpPr>
        <p:spPr>
          <a:xfrm>
            <a:off x="3237175" y="336933"/>
            <a:ext cx="25526466" cy="300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299" b="1" dirty="0">
                <a:solidFill>
                  <a:srgbClr val="CC3399"/>
                </a:solidFill>
                <a:latin typeface="Bookman Old Style" panose="02050604050505020204" pitchFamily="18" charset="0"/>
              </a:rPr>
              <a:t>12th IEEE Uttar Pradesh Section International Conference on Electrical, Electronics and Computer Engineering </a:t>
            </a:r>
          </a:p>
          <a:p>
            <a:pPr algn="ctr"/>
            <a:r>
              <a:rPr lang="en-US" sz="6299" b="1" dirty="0">
                <a:solidFill>
                  <a:srgbClr val="CC3399"/>
                </a:solidFill>
                <a:latin typeface="Bookman Old Style" panose="02050604050505020204" pitchFamily="18" charset="0"/>
              </a:rPr>
              <a:t>(UPCON-2025)</a:t>
            </a:r>
            <a:endParaRPr lang="en-IN" sz="6299" b="1" dirty="0">
              <a:solidFill>
                <a:srgbClr val="CC3399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FC6675-943C-0136-E884-2F5EA470F39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948170" y="15899550"/>
            <a:ext cx="8322498" cy="18306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B48242-AAA4-B748-A105-934656CC088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956" y="15801474"/>
            <a:ext cx="4950697" cy="2000433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322962-DEDA-7D16-E598-18A03B1AED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4644" y="15899551"/>
            <a:ext cx="3270612" cy="1968516"/>
          </a:xfrm>
          <a:prstGeom prst="rect">
            <a:avLst/>
          </a:prstGeom>
          <a:noFill/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724FA1-116E-5603-C827-32F6061A0D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5254" y="15899551"/>
            <a:ext cx="4956616" cy="1863344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F4309A-98FB-AF65-5A25-91E6586B7F2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7504318" y="15899551"/>
            <a:ext cx="4301675" cy="17427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AFBD61-2249-957B-D23D-5B176DBE6ADE}"/>
              </a:ext>
            </a:extLst>
          </p:cNvPr>
          <p:cNvSpPr txBox="1"/>
          <p:nvPr userDrawn="1"/>
        </p:nvSpPr>
        <p:spPr>
          <a:xfrm>
            <a:off x="323845" y="3501167"/>
            <a:ext cx="31482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latin typeface="Bookman Old Style" panose="02050604050505020204" pitchFamily="18" charset="0"/>
              </a:rPr>
              <a:t>13-15 December 2025, Department of Electrical Engineering, Indian Institute of Technology (BHU), Varanasi</a:t>
            </a:r>
            <a:endParaRPr lang="en-IN" sz="4200" b="1" dirty="0">
              <a:latin typeface="Bookman Old Style" panose="020506040505050202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EE2698-2A3F-1478-FB7E-C4CCC595CE53}"/>
              </a:ext>
            </a:extLst>
          </p:cNvPr>
          <p:cNvCxnSpPr>
            <a:cxnSpLocks/>
          </p:cNvCxnSpPr>
          <p:nvPr userDrawn="1"/>
        </p:nvCxnSpPr>
        <p:spPr>
          <a:xfrm flipV="1">
            <a:off x="-11523" y="4286911"/>
            <a:ext cx="32000825" cy="32691"/>
          </a:xfrm>
          <a:prstGeom prst="line">
            <a:avLst/>
          </a:prstGeom>
          <a:ln w="57150">
            <a:solidFill>
              <a:srgbClr val="CC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09236E-EB40-A601-88AA-AFE2BB64D55D}"/>
              </a:ext>
            </a:extLst>
          </p:cNvPr>
          <p:cNvCxnSpPr>
            <a:cxnSpLocks/>
          </p:cNvCxnSpPr>
          <p:nvPr userDrawn="1"/>
        </p:nvCxnSpPr>
        <p:spPr>
          <a:xfrm>
            <a:off x="-11523" y="15508239"/>
            <a:ext cx="32000825" cy="0"/>
          </a:xfrm>
          <a:prstGeom prst="line">
            <a:avLst/>
          </a:prstGeom>
          <a:ln w="57150">
            <a:solidFill>
              <a:srgbClr val="CC33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08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00057" y="958370"/>
            <a:ext cx="2760071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0057" y="4791843"/>
            <a:ext cx="2760071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00057" y="16683949"/>
            <a:ext cx="720018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62717-E98C-48E2-AE4E-9ED8E20B5E4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00274" y="16683949"/>
            <a:ext cx="1080027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600582" y="16683949"/>
            <a:ext cx="7200186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014D8-F7D2-43B9-A0FC-7CEAD4B50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814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2400026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06" indent="-600006" algn="l" defTabSz="2400026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19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2pPr>
      <a:lvl3pPr marL="3000032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49" kern="1200">
          <a:solidFill>
            <a:schemeClr val="tx1"/>
          </a:solidFill>
          <a:latin typeface="+mn-lt"/>
          <a:ea typeface="+mn-ea"/>
          <a:cs typeface="+mn-cs"/>
        </a:defRPr>
      </a:lvl3pPr>
      <a:lvl4pPr marL="4200045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4pPr>
      <a:lvl5pPr marL="5400058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5pPr>
      <a:lvl6pPr marL="6600071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6pPr>
      <a:lvl7pPr marL="7800083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7pPr>
      <a:lvl8pPr marL="9000096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8pPr>
      <a:lvl9pPr marL="10200109" indent="-600006" algn="l" defTabSz="2400026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1pPr>
      <a:lvl2pPr marL="1200013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2pPr>
      <a:lvl3pPr marL="2400026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600039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4pPr>
      <a:lvl5pPr marL="4800051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5pPr>
      <a:lvl6pPr marL="6000064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6pPr>
      <a:lvl7pPr marL="7200077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7pPr>
      <a:lvl8pPr marL="8400090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8pPr>
      <a:lvl9pPr marL="9600103" algn="l" defTabSz="2400026" rtl="0" eaLnBrk="1" latinLnBrk="0" hangingPunct="1">
        <a:defRPr sz="47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CE15-DDFD-9122-3A58-0A7ACAE7FB0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708532" y="6475844"/>
            <a:ext cx="19719913" cy="3502886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Paper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B6D15-3ED9-8650-D477-96BA5C9C98F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452808" y="10331116"/>
            <a:ext cx="18975637" cy="4958433"/>
          </a:xfrm>
        </p:spPr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Author details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05D874-55D1-26D8-A043-9AB11B433C15}"/>
              </a:ext>
            </a:extLst>
          </p:cNvPr>
          <p:cNvSpPr txBox="1"/>
          <p:nvPr/>
        </p:nvSpPr>
        <p:spPr>
          <a:xfrm>
            <a:off x="10501155" y="4949474"/>
            <a:ext cx="11370991" cy="90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249" b="1" dirty="0"/>
              <a:t>Paper ID:</a:t>
            </a:r>
            <a:endParaRPr lang="en-IN" sz="5249" b="1" dirty="0"/>
          </a:p>
        </p:txBody>
      </p:sp>
    </p:spTree>
    <p:extLst>
      <p:ext uri="{BB962C8B-B14F-4D97-AF65-F5344CB8AC3E}">
        <p14:creationId xmlns:p14="http://schemas.microsoft.com/office/powerpoint/2010/main" val="2293431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C5859-2019-2C75-601C-5A7327D51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BFA9B-8288-9F34-5C3A-83BE61007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2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</TotalTime>
  <Words>7</Words>
  <Application>Microsoft Office PowerPoint</Application>
  <PresentationFormat>Custom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Bookman Old Style</vt:lpstr>
      <vt:lpstr>Calibri</vt:lpstr>
      <vt:lpstr>Calibri Light</vt:lpstr>
      <vt:lpstr>Office Theme</vt:lpstr>
      <vt:lpstr>Paper Title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Subho Paul</dc:creator>
  <cp:lastModifiedBy>Subho Paul</cp:lastModifiedBy>
  <cp:revision>5</cp:revision>
  <dcterms:created xsi:type="dcterms:W3CDTF">2025-11-13T10:15:46Z</dcterms:created>
  <dcterms:modified xsi:type="dcterms:W3CDTF">2025-11-13T10:47:03Z</dcterms:modified>
</cp:coreProperties>
</file>